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70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06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OPD Patient &amp; Admissions Analysis Dashboard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Training — Power BI | Chandigarh Group of Colleges, Jhanjeri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Kaushal  |  2420675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AI&amp;DS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Ashima And Mrs. Mandeep</a:t>
            </a:r>
          </a:p>
        </p:txBody>
      </p:sp>
      <p:sp>
        <p:nvSpPr>
          <p:cNvPr id="15" name="Text 13"/>
          <p:cNvSpPr/>
          <p:nvPr/>
        </p:nvSpPr>
        <p:spPr>
          <a:xfrm>
            <a:off x="690372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0372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July 2026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20838F5-416C-741A-7A5E-B4AFDD40F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243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95681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47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60904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6700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6609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Star Schema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374136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33832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3741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— Cleaning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4087368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40965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0873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0" y="1243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12344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947672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195681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1947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660904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26700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6609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to Power BI Service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374136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33832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33741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4087368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40965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40873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Q&amp;A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14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7DD72AD-16B0-D036-2F37-64AB70B09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Problem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this dashboard solve?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3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87DF-B91F-1FBD-43E8-C76D6CF6E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staff tracked OPD admissions, bed occupancy, and billing manually, with no single view tying patient volume, length of stay, and revenue together — so trends by condition and month took days to spot.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091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5544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Manager and Hospital Administration team who needed a live view of patient inflow, condition mix, and billing performance without compiling weekly Excel reports.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31012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clean the raw dataset using Power Query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593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star schema data model with correct relationships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05072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39410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at least 5 meaningful DAX measures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7760" y="331012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120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multi-page dashboard with 5+ visual types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37760" y="36576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12080" y="3593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final report to Power BI Service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14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4A3035C-FD3F-0215-6CC1-3A12524ED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Dataset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structure, and key fields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5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6384FC-062D-4517-C763-32D1FCCDF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0604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0604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</a:rPr>
              <a:t>12000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0372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0372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Used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97480"/>
          <a:ext cx="5029200" cy="231648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identifier for record-level detail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Admission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dimension — monthly trend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 grouping for slicers and bar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— base for SUM and KPI measures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Bed/room occupancy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Elective / Urgent / Emergency slicer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66928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Steps (Power Query)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0" y="2743200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925312" y="27249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rows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925312" y="307238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669280" y="3113532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925312" y="3059321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data types (Date, Number)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69280" y="3522726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943600" y="3420509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columns for clarity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653605" y="3901059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925312" y="3841623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out incomplete admission records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669280" y="4279392"/>
            <a:ext cx="16459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925312" y="423693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LOS_Days and Admission Month calculated columns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14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0A0E154-453B-D476-1883-C4CB68FF1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Data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 &amp; relationships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7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3A5A36-9CF8-558A-2EA8-AF644088F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Dashboard Walkthrough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visuals, and interactivity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11 / 15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24B3CD-17DD-176E-2F8A-1C4787CB9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48627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Page 1: Overview</a:t>
            </a:r>
            <a:endParaRPr lang="en-US" sz="2400" dirty="0"/>
          </a:p>
        </p:txBody>
      </p:sp>
      <p:pic>
        <p:nvPicPr>
          <p:cNvPr id="4" name="OPD Overview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62048"/>
            <a:ext cx="5303520" cy="2962303"/>
          </a:xfrm>
          <a:prstGeom prst="rect">
            <a:avLst/>
          </a:prstGeom>
          <a:ln w="12700">
            <a:solidFill>
              <a:srgbClr val="DBEAFE"/>
            </a:solidFill>
          </a:ln>
        </p:spPr>
      </p:pic>
      <p:sp>
        <p:nvSpPr>
          <p:cNvPr id="5" name="Text 3"/>
          <p:cNvSpPr/>
          <p:nvPr/>
        </p:nvSpPr>
        <p:spPr>
          <a:xfrm>
            <a:off x="365760" y="4267200"/>
            <a:ext cx="530352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6" name="Text 4"/>
          <p:cNvSpPr/>
          <p:nvPr/>
        </p:nvSpPr>
        <p:spPr>
          <a:xfrm>
            <a:off x="585216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50876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80" y="14813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— Total Patients, Avg LOS, Readmission 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929384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26480" y="19019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Patients by Medical Condition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2350008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6480" y="23225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Monthly Admission Trend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2770632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2743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— Patients by Gender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3191256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0" y="31638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— Condition / Timeline / Admission Type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3657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931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glance: 56K patients were admitted with an average stay of 15.5 days and a 1.17% readmission rate, with admission load spread evenly across all six tracked conditions and both genders.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 / 15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1A76D7-80BD-7F96-BF1D-7563D58AA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Page 2: Patient Details</a:t>
            </a:r>
            <a:endParaRPr lang="en-US" sz="2400" dirty="0"/>
          </a:p>
        </p:txBody>
      </p:sp>
      <p:pic>
        <p:nvPicPr>
          <p:cNvPr id="4" name="OPD Overview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42455"/>
            <a:ext cx="5303520" cy="2962303"/>
          </a:xfrm>
          <a:prstGeom prst="rect">
            <a:avLst/>
          </a:prstGeom>
          <a:ln w="12700">
            <a:solidFill>
              <a:srgbClr val="DBEAFE"/>
            </a:solidFill>
          </a:ln>
        </p:spPr>
      </p:pic>
      <p:sp>
        <p:nvSpPr>
          <p:cNvPr id="5" name="Text 3"/>
          <p:cNvSpPr/>
          <p:nvPr/>
        </p:nvSpPr>
        <p:spPr>
          <a:xfrm>
            <a:off x="365760" y="4267200"/>
            <a:ext cx="530352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6" name="Text 4"/>
          <p:cNvSpPr/>
          <p:nvPr/>
        </p:nvSpPr>
        <p:spPr>
          <a:xfrm>
            <a:off x="585216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50876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80" y="14813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Table — Name, Condition, Doctor, Hospital, LOS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929384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26480" y="19019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— Billing Amount vs Target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2350008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6480" y="23225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— Blood Group Distribution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2770632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2743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Navigator — switch between report pages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3191256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0" y="31638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from Overview page visuals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3657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931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billing reached 5.43M against a 50,000 per-patient target, while all eight blood groups stay tightly clustered around 12.5% each, showing a well-balanced patient base.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 / 15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1A76D7-80BD-7F96-BF1D-7563D58AA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3560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load is evenly spread across all six tracked conditions (9.2K-9.3K each), so no single diagnosis dominates OPD capacity planning.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61518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4048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admissions hold a steady 4,500-5,000 patient band with a visible peak in August, useful for staffing and bed-allocation forecasts.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83864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2920" y="3776472"/>
            <a:ext cx="411480" cy="41148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3785616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575304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is nearly identical (28K male vs 28K female), confirming the patient base is balanced across demographics.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74920" y="1435608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74920" y="1444752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1234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length of stay is 15.51 days against a low 1.17% readmission rate, showing very few patients return within 20days of discharge.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74920" y="260604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74920" y="261518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4048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billing of 5.43M far exceeds the per-patient target, and all eight blood groups stay within a tight 12.4%-12.6% band, showing balanced billing performance and a representative donor/patient mix.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14 / 15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79F977E-F519-1A37-860E-773E9E24D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Thank You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417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an end-to-end Power BI solution from raw data to published 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1.17% readmission rate reflects strong discharge quality, while the 15.51-day average stay stands out as the clearest opportunity area for the hospital to act 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4672" y="26060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 of the Avg LOS and Readmission % DAX measures, built using DATEDIFF and DIVIDE over the cleaned admission/discharge dates.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" y="32004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Add a predictive readmission-risk model and a cost-per-condition page using the Billing Amount and Insurance Provider fields.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3931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Feedback Welcome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15 / 15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250363D-7E8C-4EA8-83E8-389AEA3B5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797</Words>
  <Application>Microsoft Office PowerPoint</Application>
  <PresentationFormat>On-screen Show (16:9)</PresentationFormat>
  <Paragraphs>138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Summer Training — Project Presentation</dc:title>
  <dc:subject>PptxGenJS Presentation</dc:subject>
  <dc:creator>PptxGenJS</dc:creator>
  <cp:lastModifiedBy>Aseem Kaushal</cp:lastModifiedBy>
  <cp:revision>5</cp:revision>
  <dcterms:created xsi:type="dcterms:W3CDTF">2026-06-29T04:56:05Z</dcterms:created>
  <dcterms:modified xsi:type="dcterms:W3CDTF">2026-07-01T10:13:29Z</dcterms:modified>
</cp:coreProperties>
</file>